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5" r:id="rId9"/>
    <p:sldId id="266" r:id="rId10"/>
    <p:sldId id="267" r:id="rId11"/>
    <p:sldId id="263" r:id="rId12"/>
    <p:sldId id="264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B7D4B"/>
                </a:solidFill>
              </a:defRPr>
            </a:pPr>
            <a:r>
              <a:rPr>
                <a:solidFill>
                  <a:schemeClr val="accent4"/>
                </a:solidFill>
              </a:rPr>
              <a:t>Smart Campus – Student Productivity &amp; Resource Portal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3246120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A5A5A"/>
                </a:solidFill>
              </a:defRPr>
            </a:pPr>
            <a: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Project Presentation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chemeClr val="accent4"/>
                </a:solidFill>
              </a:rPr>
              <a:t>Problem Statement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Students often use separate tools for tasks, notes, schedules, study timers, and learning resources.</a:t>
            </a:r>
          </a:p>
          <a:p>
            <a:pPr>
              <a:spcAft>
                <a:spcPts val="1200"/>
              </a:spcAft>
              <a:defRPr sz="2000"/>
            </a:pPr>
            <a:r>
              <a:t>• This makes it difficult to organize academic activities and track productivity in one place.</a:t>
            </a:r>
          </a:p>
          <a:p>
            <a:pPr>
              <a:spcAft>
                <a:spcPts val="1200"/>
              </a:spcAft>
              <a:defRPr sz="2000"/>
            </a:pPr>
            <a:r>
              <a:t>• Smart Campus provides a single, responsive student productivity and resource portal.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Project Presentation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chemeClr val="accent4"/>
                </a:solidFill>
              </a:rPr>
              <a:t>Technologies Used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HTML5 – page structure and semantic content</a:t>
            </a:r>
          </a:p>
          <a:p>
            <a:pPr>
              <a:spcAft>
                <a:spcPts val="1200"/>
              </a:spcAft>
              <a:defRPr sz="2000"/>
            </a:pPr>
            <a:r>
              <a:t>• CSS3 – custom styling, responsive layout, and dark mode</a:t>
            </a:r>
          </a:p>
          <a:p>
            <a:pPr>
              <a:spcAft>
                <a:spcPts val="1200"/>
              </a:spcAft>
              <a:defRPr sz="2000"/>
            </a:pPr>
            <a:r>
              <a:t>• JavaScript – interactivity, task/notes logic, search, filtering, and timer</a:t>
            </a:r>
          </a:p>
          <a:p>
            <a:pPr>
              <a:spcAft>
                <a:spcPts val="1200"/>
              </a:spcAft>
              <a:defRPr sz="2000"/>
            </a:pPr>
            <a:r>
              <a:t>• Bootstrap 5 – responsive UI components and grid system</a:t>
            </a:r>
          </a:p>
          <a:p>
            <a:pPr>
              <a:spcAft>
                <a:spcPts val="1200"/>
              </a:spcAft>
              <a:defRPr sz="2000"/>
            </a:pPr>
            <a:r>
              <a:t>• Browser LocalStorage – client-side persistence of tasks, notes, schedules, and study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Project Presentation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chemeClr val="accent4"/>
                </a:solidFill>
              </a:rPr>
              <a:t>Features of the Project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Dashboard with task, notes, schedule, and study-time statistics</a:t>
            </a:r>
          </a:p>
          <a:p>
            <a:pPr>
              <a:spcAft>
                <a:spcPts val="1200"/>
              </a:spcAft>
              <a:defRPr sz="2000"/>
            </a:pPr>
            <a:r>
              <a:t>• Task Manager for adding and tracking academic tasks</a:t>
            </a:r>
          </a:p>
          <a:p>
            <a:pPr>
              <a:spcAft>
                <a:spcPts val="1200"/>
              </a:spcAft>
              <a:defRPr sz="2000"/>
            </a:pPr>
            <a:r>
              <a:t>• Notes Manager for creating and storing study notes</a:t>
            </a:r>
          </a:p>
          <a:p>
            <a:pPr>
              <a:spcAft>
                <a:spcPts val="1200"/>
              </a:spcAft>
              <a:defRPr sz="2000"/>
            </a:pPr>
            <a:r>
              <a:t>• Schedule module for organizing classes and study sessions</a:t>
            </a:r>
          </a:p>
          <a:p>
            <a:pPr>
              <a:spcAft>
                <a:spcPts val="1200"/>
              </a:spcAft>
              <a:defRPr sz="2000"/>
            </a:pPr>
            <a:r>
              <a:t>• Pomodoro Study Timer with study/break sessions and progress tracking</a:t>
            </a:r>
          </a:p>
          <a:p>
            <a:pPr>
              <a:spcAft>
                <a:spcPts val="1200"/>
              </a:spcAft>
              <a:defRPr sz="2000"/>
            </a:pPr>
            <a:r>
              <a:t>• Resource Hub with search and category filters</a:t>
            </a:r>
          </a:p>
          <a:p>
            <a:pPr>
              <a:spcAft>
                <a:spcPts val="1200"/>
              </a:spcAft>
              <a:defRPr sz="2000"/>
            </a:pPr>
            <a:r>
              <a:t>• Dark mode and responsive design for different screen sizes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Project Presentation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chemeClr val="accent4"/>
                </a:solidFill>
              </a:rPr>
              <a:t>Project Architecture / Flow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2044598" cy="91440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84678" y="290779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49270" y="2743200"/>
            <a:ext cx="2044598" cy="91440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HTML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3868" y="290779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58460" y="2743200"/>
            <a:ext cx="2044598" cy="91440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Bootstrap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3059" y="290779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7651" y="2743200"/>
            <a:ext cx="2044598" cy="91440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12249" y="290779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76841" y="2743200"/>
            <a:ext cx="2044598" cy="91440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LocalStorage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Project Presentation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chemeClr val="accent4"/>
                </a:solidFill>
              </a:rPr>
              <a:t>Picture / Screenshot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Project Presentation • 6</a:t>
            </a:r>
          </a:p>
        </p:txBody>
      </p:sp>
      <p:pic>
        <p:nvPicPr>
          <p:cNvPr id="7" name="Picture 6" descr="Screenshot 2026-08-31 0741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675" y="1262380"/>
            <a:ext cx="5588000" cy="3633470"/>
          </a:xfrm>
          <a:prstGeom prst="rect">
            <a:avLst/>
          </a:prstGeom>
        </p:spPr>
      </p:pic>
      <p:pic>
        <p:nvPicPr>
          <p:cNvPr id="8" name="Picture 7" descr="Screenshot 2026-08-31 0741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570" y="1262380"/>
            <a:ext cx="5481955" cy="37414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chemeClr val="accent4"/>
                </a:solidFill>
              </a:rPr>
              <a:t>Picture / Screenshot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28250" y="6446520"/>
            <a:ext cx="1301750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Project Presentation • </a:t>
            </a:r>
            <a:r>
              <a:rPr lang="en-IN"/>
              <a:t>7</a:t>
            </a:r>
            <a:endParaRPr lang="en-IN"/>
          </a:p>
        </p:txBody>
      </p:sp>
      <p:pic>
        <p:nvPicPr>
          <p:cNvPr id="6" name="Picture 5" descr="Screenshot 2026-08-31 0741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85" y="1701165"/>
            <a:ext cx="5519420" cy="3105150"/>
          </a:xfrm>
          <a:prstGeom prst="rect">
            <a:avLst/>
          </a:prstGeom>
        </p:spPr>
      </p:pic>
      <p:pic>
        <p:nvPicPr>
          <p:cNvPr id="7" name="Picture 6" descr="Screenshot 2026-08-31 0742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990" y="1701165"/>
            <a:ext cx="5642610" cy="3174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chemeClr val="accent4"/>
                </a:solidFill>
              </a:rPr>
              <a:t>Picture / Screenshot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28250" y="6446520"/>
            <a:ext cx="1301750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Project Presentation • </a:t>
            </a:r>
            <a:r>
              <a:rPr lang="en-IN"/>
              <a:t>8</a:t>
            </a:r>
            <a:endParaRPr lang="en-IN"/>
          </a:p>
        </p:txBody>
      </p:sp>
      <p:pic>
        <p:nvPicPr>
          <p:cNvPr id="4" name="Picture 3" descr="Screenshot 2026-08-31 0742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210" y="1703070"/>
            <a:ext cx="5812155" cy="3269615"/>
          </a:xfrm>
          <a:prstGeom prst="rect">
            <a:avLst/>
          </a:prstGeom>
        </p:spPr>
      </p:pic>
      <p:pic>
        <p:nvPicPr>
          <p:cNvPr id="6" name="Picture 5" descr="Screenshot 2026-08-31 0742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0" y="1703070"/>
            <a:ext cx="5624195" cy="31642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chemeClr val="accent4"/>
                </a:solidFill>
              </a:rPr>
              <a:t>Picture / Screenshot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28250" y="6446520"/>
            <a:ext cx="1301750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Project Presentation • </a:t>
            </a:r>
            <a:r>
              <a:rPr lang="en-IN"/>
              <a:t>9</a:t>
            </a:r>
            <a:endParaRPr lang="en-IN"/>
          </a:p>
        </p:txBody>
      </p:sp>
      <p:pic>
        <p:nvPicPr>
          <p:cNvPr id="6" name="Picture 5" descr="Screenshot 2026-08-31 0743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50" y="1487805"/>
            <a:ext cx="6067425" cy="3413760"/>
          </a:xfrm>
          <a:prstGeom prst="rect">
            <a:avLst/>
          </a:prstGeom>
        </p:spPr>
      </p:pic>
      <p:pic>
        <p:nvPicPr>
          <p:cNvPr id="7" name="Picture 6" descr="Screenshot 2026-08-31 0749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1487805"/>
            <a:ext cx="5578475" cy="34156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chemeClr val="accent4"/>
                </a:solidFill>
              </a:rPr>
              <a:t>Future Enhancement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Add a backend using Java/Spring Boot, Node.js, or another server-side technology</a:t>
            </a:r>
          </a:p>
          <a:p>
            <a:pPr>
              <a:spcAft>
                <a:spcPts val="1200"/>
              </a:spcAft>
              <a:defRPr sz="2000"/>
            </a:pPr>
            <a:r>
              <a:t>• Use MySQL/MongoDB for multi-device and permanent cloud data storage</a:t>
            </a:r>
          </a:p>
          <a:p>
            <a:pPr>
              <a:spcAft>
                <a:spcPts val="1200"/>
              </a:spcAft>
              <a:defRPr sz="2000"/>
            </a:pPr>
            <a:r>
              <a:t>• Add student authentication and personalized profiles</a:t>
            </a:r>
          </a:p>
          <a:p>
            <a:pPr>
              <a:spcAft>
                <a:spcPts val="1200"/>
              </a:spcAft>
              <a:defRPr sz="2000"/>
            </a:pPr>
            <a:r>
              <a:t>• Add notifications, reminders, analytics, and calendar integration</a:t>
            </a:r>
          </a:p>
          <a:p>
            <a:pPr>
              <a:spcAft>
                <a:spcPts val="1200"/>
              </a:spcAft>
              <a:defRPr sz="2000"/>
            </a:pPr>
            <a:r>
              <a:t>• Deploy the portal online for access from any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70465" y="6446520"/>
            <a:ext cx="1359535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Project Presentation • </a:t>
            </a:r>
            <a:r>
              <a:rPr lang="en-IN"/>
              <a:t>10</a:t>
            </a:r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chemeClr val="accent4"/>
                </a:solidFill>
              </a:rPr>
              <a:t>Conclusion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Smart Campus combines common student productivity needs into one simple web portal.</a:t>
            </a:r>
          </a:p>
          <a:p>
            <a:pPr>
              <a:spcAft>
                <a:spcPts val="1200"/>
              </a:spcAft>
              <a:defRPr sz="2000"/>
            </a:pPr>
            <a:r>
              <a:t>• The project demonstrates practical use of HTML, CSS, JavaScript, and Bootstrap.</a:t>
            </a:r>
          </a:p>
          <a:p>
            <a:pPr>
              <a:spcAft>
                <a:spcPts val="1200"/>
              </a:spcAft>
              <a:defRPr sz="2000"/>
            </a:pPr>
            <a:r>
              <a:t>• LocalStorage enables the application to preserve user data within the browser.</a:t>
            </a:r>
          </a:p>
          <a:p>
            <a:pPr>
              <a:spcAft>
                <a:spcPts val="1200"/>
              </a:spcAft>
              <a:defRPr sz="2000"/>
            </a:pPr>
            <a:r>
              <a:t>• The modular design provides a strong foundation for future full-stack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70465" y="6446520"/>
            <a:ext cx="1359535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Project Presentation • </a:t>
            </a:r>
            <a:r>
              <a:rPr lang="en-IN"/>
              <a:t>11</a:t>
            </a:r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2257</Words>
  <Application>WPS Presentation</Application>
  <PresentationFormat>On-screen Show (4:3)</PresentationFormat>
  <Paragraphs>93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hemav</cp:lastModifiedBy>
  <cp:revision>3</cp:revision>
  <dcterms:created xsi:type="dcterms:W3CDTF">2013-01-27T09:14:00Z</dcterms:created>
  <dcterms:modified xsi:type="dcterms:W3CDTF">2026-08-31T03:43:13Z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024FC159F829426F9617DBC4CFC671FC_12</vt:lpwstr>
  </property>
</Properties>
</file>